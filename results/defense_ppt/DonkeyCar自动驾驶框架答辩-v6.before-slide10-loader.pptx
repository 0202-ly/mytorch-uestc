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accuracy。建议新增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acc@0.05 / acc@0.10：当 |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预测角-真实角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|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小于阈值时计为正确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temporal split；每组只启用一种增强，20 epoch，batch=64。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773271" y="977153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93753" y="1093694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23900" y="21336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23900" y="21336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93900" y="21986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43900" y="21986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63900" y="21986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判断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93900" y="247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43900" y="247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63900" y="247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23900" y="270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93900" y="275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43900" y="275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63900" y="275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93900" y="304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43900" y="304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63900" y="304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23900" y="327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93900" y="332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43900" y="332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63900" y="332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93900" y="361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43900" y="361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63900" y="361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23900" y="384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93900" y="389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43900" y="389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63900" y="389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93900" y="418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43900" y="418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63900" y="418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23900" y="441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93900" y="446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43900" y="446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63900" y="446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93900" y="475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43900" y="475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63900" y="475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23900" y="498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93900" y="503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43900" y="503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63900" y="503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93900" y="532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43900" y="532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63900" y="532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不推荐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23900" y="5543550"/>
            <a:ext cx="4381500" cy="609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23900" y="5543550"/>
            <a:ext cx="57150" cy="609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95350" y="56823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sz="76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164356" y="5425888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2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ResNet18-style、base_channels=32、temporal split、20 epoch；报告 Val MSE、acc@0.10、FLOPs 和 latency。</a:t>
            </a:r>
            <a:endParaRPr sz="82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95.55%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95.20%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94.35%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91.10%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96.30%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79.95%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90.70%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 ResNet18Original，temporal split，</a:t>
            </a:r>
            <a:r>
              <a:rPr lang="zh-CN" alt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epoch，batch=8。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10100"/>
            <a:ext cx="3632200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1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1.2277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acc@0.10：67.85% / 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1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5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5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虽更快，但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异常，下一步需排查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BN/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残差融合一致性。</a:t>
            </a:r>
            <a:endParaRPr sz="11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mytorch/jit.py, jit_pass.py, jit_train_rewrite.py；</a:t>
            </a: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实验：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results/jit_fusion_ablation_full_bs32/training_fusion_ablation.md</a:t>
            </a:r>
            <a:endParaRPr sz="8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训练配置已启用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async loader。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sync vs async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的独立消融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2115</Words>
  <Application>Microsoft Office PowerPoint</Application>
  <DocSecurity>0</DocSecurity>
  <PresentationFormat>宽屏</PresentationFormat>
  <Paragraphs>411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5</cp:revision>
  <dcterms:created xsi:type="dcterms:W3CDTF">2026-05-19T13:12:39Z</dcterms:created>
  <dcterms:modified xsi:type="dcterms:W3CDTF">2026-05-20T13:14:27Z</dcterms:modified>
</cp:coreProperties>
</file>